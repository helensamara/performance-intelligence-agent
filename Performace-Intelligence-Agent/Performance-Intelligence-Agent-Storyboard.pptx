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324B55-911F-4683-9339-C9DDC33189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DB7E6E-CA27-4386-BFD4-B59352E0CB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D50E60-52AC-4C4A-9A38-9FEDB4B256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0DC12A-4B37-44D6-9062-C3EB303547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D817E5-F6C0-479A-B9E2-602814605C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DE166C-CA4C-4347-9182-1F4F485B89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79428A-59DF-4AB7-8009-72A5D8418A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496A3C-40A7-46F5-926B-85BF0C3235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B8056F-4CBC-4CC2-9E87-6E897611DD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8028C4-5FFB-4853-BE2B-806E639AE4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579A77-44B2-47B7-BB24-16B2C67B8A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90FBDC-B5F3-42CB-902F-884985B104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82EC54-9875-4B3B-B5F8-C33D1C3A51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4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4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4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5D38B0-DA96-492E-A198-117D49B15D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hyperlink" Target="vscode-file://vscode-app/snap/code/226/usr/share/code/resources/app/out/vs/code/electron-browser/workbench/workbench.html" TargetMode="External"/><Relationship Id="rId4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hyperlink" Target="vscode-file://vscode-app/snap/code/226/usr/share/code/resources/app/out/vs/code/electron-browser/workbench/workbench.html" TargetMode="External"/><Relationship Id="rId4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hyperlink" Target="vscode-file://vscode-app/snap/code/226/usr/share/code/resources/app/out/vs/code/electron-browser/workbench/workbench.html" TargetMode="External"/><Relationship Id="rId4" Type="http://schemas.openxmlformats.org/officeDocument/2006/relationships/hyperlink" Target="vscode-file://vscode-app/snap/code/226/usr/share/code/resources/app/out/vs/code/electron-browser/workbench/workbench.html" TargetMode="External"/><Relationship Id="rId5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Analytics &amp; AI (with Bayo)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Winter 2025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456840" y="2491200"/>
            <a:ext cx="8229240" cy="27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Hi, I am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Helen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(DA21051).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457560" y="1143000"/>
            <a:ext cx="8229240" cy="585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 love collecting and keeping track of data, including personal data. I train in multiple sports and end up with a lot of information about my workouts and performance. I want to make sense of all this data so I can use it to improve how I train.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project is Step 1 of a larger personal project: building an agent that can combine multiple data sources and help me make better decisions to enhance my performance.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429360" y="914400"/>
            <a:ext cx="4571640" cy="504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this capstone project, I use a dataset of CrossFit workouts. I clean and analyze the data, and then set up an agent through Claude so I can chat with the data and ask questions like: “Am I overtraining?”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529560" y="1189440"/>
            <a:ext cx="2670840" cy="452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project’s big picture: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457200" y="1371600"/>
            <a:ext cx="8229240" cy="475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just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DATA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└─ workouts.csv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└─ loader.py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└─ cleaned DataFrame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ANALYSIS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└─ DataFrame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└─ attendance.py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└─ sentiment.py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└─ performance.py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└─ ml_models.py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AGENT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└─ tools.py   (wraps analysis functions as Claude tools)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└─ agent.py   (Claude tool-use loop)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└─ app.py     (Streamlit web interface the user talks to)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LAYER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└─ workouts.csv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457200" y="1517760"/>
            <a:ext cx="8229240" cy="469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SugarWOD CSV has one row per workout session.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important columns are: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date — when the workout happened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— workout name (e.g. "Fran", "Back Squat")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 — the full workout description (contains prescribed weights like "135/95 lbs")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best_result_raw — the raw numeric score (a weight, a rep count, a time in seconds, or an AMRAP decimal)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best_result_display — how the score looks to a human (e.g. "7+14")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score_type — what kind of score it is: "Load", "Reps", "Rounds + Reps", "Time", etc.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barbell_lift — if it's a lift, the lift name (e.g. "Back Squat")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—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my personal notes about how the session felt or what scaled option I did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rx_or_scaled — whether you did it "RX" (as prescribed) or "SCALED"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 — "PR" if you set a personal record, blank otherwise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731880"/>
            <a:ext cx="8229240" cy="15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DATA LAYER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  └─ workouts.csv  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└─ loader.py 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└─ cleaned DataFrame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6020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Loading and Cleaning the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foundation of the whole project. It reads the raw SugarWOD export (a CSV file) and transforms it into a clean, structured table that every other module can use reliably. It runs once at startup and caches the result.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Reads data/workouts.csv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Cleans + normalizes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a DataFrame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457200"/>
            <a:ext cx="8229240" cy="63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Loads the SugarWOD CSV using pandas.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Parses and standardizes the date (converts date column into real datetimes)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Sorts by date and resets index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Fills missing values (with safe defaults, for example, with an empty string when “notes” were blank)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Adds derived columns (for example: is_pr (True if pr == 'PR'))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Parses scores based on score_type: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 → score_load (numeric weight)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Reps/Calories/Feet/Meters → score_reps (numeric count)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Time → score_seconds (numeric seconds)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Rounds + Reps → splits into: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score_amrap_rounds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score_amrap_reps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a clean DataFrame ready for all analysis tools and the UI.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9240" cy="186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0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ANALYSIS LAYER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└─ DataFrame  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 └─ attendance.py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└─ sentiment.py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└─ performance.py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└─ ml_models.py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attendance.py — consistency &amp; rest gaps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sentiment.py — mood from notes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performance.py — PRs, RX rate, strength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ml_models.py — clustering, anomalies, forecasts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attendance.py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457200" y="1538280"/>
            <a:ext cx="8229240" cy="464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Monthly workout volume (monthly_chart)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Groups workouts by month, counts sessions per month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Builds a bar chart showing sessions per month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month (green)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Worst month (red)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Average line (amber)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Annotates large gaps in training (&gt;= 30 days) on the chart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 (matplotlib figure)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summary dict: best/worst month + counts + average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457200" y="914400"/>
            <a:ext cx="8229240" cy="571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 fontScale="85000" lnSpcReduction="19999"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2) Weekly trend (weekly_trend)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Groups workouts by week, counts sessions per week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Calculates a 4-week rolling average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Creates a line chart + shaded area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Adds same gap annotation overlays (&gt;= 30 days)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fig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3) Day-of-week patterns (day_of_week)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Computes session frequency per weekday (Mon–Sun)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Computes RX rate (%) per weekday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a figure with: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Left: bar chart of total sessions per weekday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Right: bar chart of RX % per weekday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228600" y="0"/>
            <a:ext cx="8686800" cy="662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4) Gap detection (detect_gaps)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Finds multi-day breaks in training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Default threshold: &gt; 7 days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a list of {start, days} for each gap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5) Annotating gaps on plots (_annotate_gaps)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gaps longer than 30 days, it: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Shades the gap region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Places a small “X d gap” label on the plot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6) Summary output for the agent (summary)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Combines: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Monthly stats from monthly_chart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sessions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List of gaps &gt; 7 days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Date range of the dataset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a dict the agent can reference for quick answers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sentiment.py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671760"/>
            <a:ext cx="8229240" cy="664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Sentiment scoring (per workout note)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Defines positive words (e.g., “fun”, “strong”, “proud”, “amazing”)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Defines negative words (e.g., “hard”, “tired”, “sore”, “failed”)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score_sentiment(text)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Converts the note to lowercase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Counts how many positive vs negative words appear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a score from -1 (very negative) to +1 (very positive)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 None if no sentiment words are found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Enriching the dataset (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enrich(df)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Adds three new columns to the DataFrame: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sentiment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the numeric sentiment score (-1..+1 or None)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pos_hits: list of positive words found in the note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neg_hits: list of negative words found in the note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457200" y="87444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Charts / visualizations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a) Sentiment over time (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sentiment_over_time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Groups data by month and averages sentiment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Plots: bar chart (positive months green, negative months red) &amp; 3-month rolling trend line (purple)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b) Word frequency (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word_frequency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Finds the most common positive and negative words across notes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two bar charts: Top positive words used &amp; Top negative words used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c) Sentiment vs performance (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3"/>
              </a:rPr>
              <a:t>sentiment_vs_performance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Compares average monthly sentiment to RX rate (percent of workouts done RX)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Plots: Sentiment bars (purple) &amp; RX rate line (green)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the correlation coefficient between sentiment and RX 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4) Summary for the agent (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summary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a dictionary with: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Number of notes that had sentiment signal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Average sentiment score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Sentiment vs RX correlation (r value)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3 most positive sessions (date/title/score)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3 most negative sessions (date/title/score)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performance.py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RX rate over time (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rx_rate_over_time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Computes % of sessions done RX each month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monthly RX % with a 3-month trend 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Marks training gaps (using the same gap shading logic from attendance)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Shows a 50% reference 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457200" y="592560"/>
            <a:ext cx="8229240" cy="548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Strength progression by lift (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strength_progression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Filters sessions where score_type == 'Load' and barbell_lift is defined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Picks the top 6 most frequent lifts (deadlift, front and back squat, clean &amp; jerk, snatch and power snatch)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each lift: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the weight logged over time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Marks PR sessions with a star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a running best (cummax) line (“best ever”)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Produces a 2×3 grid of lift progression charts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457200"/>
            <a:ext cx="8229240" cy="659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Lift correlation heatmap (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lift_correlation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Creates a pivot table of max weight per lift per date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Calculates the correlation matrix between all lifts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Displays as a heatmap (which lifts tend to improve together)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4) Scaling ratio vs RX (uses Claude for weights) (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scaling_ratio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Focuses on sessions labeled SCALED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Parses the prescribed RX weight from the workout description (e.g., “95/115 lbs”)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 Claude Haiku to extract the actual working weight from notes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Builds a “ratio” = actual weight / prescribed RX weight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those ratios over time and fits a trend 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stats like average ratio and trend slope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457200" y="228600"/>
            <a:ext cx="8229240" cy="617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5) PR timeline (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pr_timeline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Finds workouts marked as PR (is_pr)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them on a time axis as stars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Annotates each dot with the workout 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6) Summary for the agent (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summary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a dict used by the chat agent with: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PR count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RX sessions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scaled sessions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RX rate percentage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Scaling ratio statistics (from 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3"/>
              </a:rPr>
              <a:t>scaling_ratio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ml_models.py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457560" y="87444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file adds three machine learning features to my workout data: 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workout archetype clustering, 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anomaly detection, and 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 forecasting.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457200" y="501840"/>
            <a:ext cx="822924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KMeans clustering of workouts (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cluster_workouts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Builds binary/boolean features for each session: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RX? PR? Strength? Timed? AMRAP? Barbell? Sentiment score?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Standardizes these features and runs KMeans (k=</a:t>
            </a:r>
            <a:r>
              <a:rPr lang="en-US" sz="1400" b="1" u="none" strike="noStrike">
                <a:solidFill>
                  <a:srgbClr val="492300"/>
                </a:solidFill>
                <a:effectLst/>
                <a:uFillTx/>
                <a:latin typeface="Arial"/>
              </a:rPr>
              <a:t>4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 to cluster sessions.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Labels each cluster with a human-friendly name like: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“Strength / Lifting”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“AMRAP Metcon”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“Timed Metcon”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“Accessory / Mixed”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DataFrame with a 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cluster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and cluster_name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profile summary per cluster (rates, counts)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bar chart of “workout archetypes” frequency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Anomaly detection on strength sessions (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detect_anomalies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Filters to strength sessions (load + barbell lift)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 IsolationForest to flag unusual strength sessions based 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 lifted (load)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day of week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days since last session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list of anomalous sessions (date/title/load/lift)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scatter chart of normal vs anomaly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457560" y="138960"/>
            <a:ext cx="8229240" cy="69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PR forecasting with regression (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forecast_prs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ideas: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Works per score type: Load (lbs),  Rounds + Reps,  Reps, and 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each top lift/title: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Turns performance into a numeric “score”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Tracks a running best (PR curve)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Detects current training block (improving vs plateau; plateau if ≥6 sessions without improvement)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Fits a recency‑weighted linear regression on that block (180‑day half‑life)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Projects forward 90 days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Estimates days until the next PR from the forecast curve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Output: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Forecast stats per lift (e.g., next PR in X days, current best, projected best)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 showing actual scores + running best + forecast trend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ubTitle"/>
          </p:nvPr>
        </p:nvSpPr>
        <p:spPr>
          <a:xfrm>
            <a:off x="228960" y="597600"/>
            <a:ext cx="8229240" cy="662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4) Utilities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_build_features()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helps generate the binary flags used in clustering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_detect_block_start()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identifies the start of the current improvement/plateau block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3"/>
              </a:rPr>
              <a:t>_FORECAST_CFG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defines how different score types are interpreted: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Pick the correct numeric column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Group workouts the right 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know if improvement means “higher” or “lower”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charts/labels correctly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decide what counts as a meaningful PR change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(this is a small configuration dictionary that tells the PR-forecast logic how to interpret each type of workout score, for example: whether higher is better (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4"/>
              </a:rPr>
              <a:t>higher_is_better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): True for Load/Reps/Rounds+Reps (more is better), and False for Time (lower is better))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"/>
          <p:cNvPicPr/>
          <p:nvPr/>
        </p:nvPicPr>
        <p:blipFill>
          <a:blip r:embed="rId1"/>
          <a:stretch/>
        </p:blipFill>
        <p:spPr>
          <a:xfrm rot="7800">
            <a:off x="1606680" y="464040"/>
            <a:ext cx="5930280" cy="570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23920"/>
            <a:ext cx="822924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AGENT LAYER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└─ tools.py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└─ agent.py 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└─ app.py   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457200" y="1355040"/>
            <a:ext cx="8229240" cy="50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tools.py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Wraps analysis functions into callable tools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Used by the agent to run analytics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agent.py: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Claude agent loop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Chooses tools, runs them, returns answers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App.py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Streamlit chat UI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Displays charts + responses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.env (secret)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Contains ANTHROPIC_API_KEY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 commited to 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CAPABILITIES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Analyze workout history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Ask questions in natural language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 charts + insights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LET’S SEE HOW IT LOOKS LIKE: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/>
          <p:cNvPicPr/>
          <p:nvPr/>
        </p:nvPicPr>
        <p:blipFill>
          <a:blip r:embed="rId1"/>
          <a:stretch/>
        </p:blipFill>
        <p:spPr>
          <a:xfrm>
            <a:off x="262800" y="685800"/>
            <a:ext cx="8652600" cy="543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Another relevant files: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capstone_written_responses.docx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agent_walkthrough.docx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project_plan_skillsforhire.docx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Thank you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"/>
          <p:cNvPicPr/>
          <p:nvPr/>
        </p:nvPicPr>
        <p:blipFill>
          <a:blip r:embed="rId1"/>
          <a:stretch/>
        </p:blipFill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LibreOffice/25.8.5.2$Linux_X86_64 LibreOffice_project/252c20f6956e3db0b52e6e2f9dda67263513c8fc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2026-03-09T17:38:44Z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