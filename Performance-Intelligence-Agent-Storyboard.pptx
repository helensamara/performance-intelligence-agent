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2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7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F5C448B-8DA7-4C29-9502-E7540390F2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84C4E2A-2C01-480B-AD90-FA3EFF99C5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9925E6F-965B-49EB-9524-6DED77FC83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23E570B-426D-485E-AD53-FD66802DF0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4DB9405-D445-432C-A78D-590CF450E5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55051AD-A1E8-4FDC-B8E4-84870A5E7C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5CB20BD-F884-49C9-A9C1-07FD73A16D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BA9376F-555E-4D29-8D27-5BA7E5C49B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515669C-DC35-4261-BFB6-D338DE45E1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33667C4-9512-41D6-9A1A-A2B59B9257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F493C7C-619B-437C-90D9-D5C0F9B518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0AEA26C-3510-473D-9E68-3BB4CF5956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dt" idx="3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ftr" idx="3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sldNum" idx="3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D49C29C-85D4-4A38-B1E1-51DD47E407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dt" idx="4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ftr" idx="4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sldNum" idx="4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D33F994-1A33-417C-A12A-AF047F7251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hyperlink" Target="vscode-file://vscode-app/snap/code/226/usr/share/code/resources/app/out/vs/code/electron-browser/workbench/workbench.html" TargetMode="External"/><Relationship Id="rId3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hyperlink" Target="vscode-file://vscode-app/snap/code/226/usr/share/code/resources/app/out/vs/code/electron-browser/workbench/workbench.html" TargetMode="External"/><Relationship Id="rId3" Type="http://schemas.openxmlformats.org/officeDocument/2006/relationships/hyperlink" Target="vscode-file://vscode-app/snap/code/226/usr/share/code/resources/app/out/vs/code/electron-browser/workbench/workbench.html" TargetMode="External"/><Relationship Id="rId4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hyperlink" Target="vscode-file://vscode-app/snap/code/226/usr/share/code/resources/app/out/vs/code/electron-browser/workbench/workbench.html" TargetMode="External"/><Relationship Id="rId3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hyperlink" Target="vscode-file://vscode-app/snap/code/226/usr/share/code/resources/app/out/vs/code/electron-browser/workbench/workbench.html" TargetMode="External"/><Relationship Id="rId3" Type="http://schemas.openxmlformats.org/officeDocument/2006/relationships/hyperlink" Target="vscode-file://vscode-app/snap/code/226/usr/share/code/resources/app/out/vs/code/electron-browser/workbench/workbench.html" TargetMode="External"/><Relationship Id="rId4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hyperlink" Target="vscode-file://vscode-app/snap/code/226/usr/share/code/resources/app/out/vs/code/electron-browser/workbench/workbench.html" TargetMode="External"/><Relationship Id="rId3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hyperlink" Target="vscode-file://vscode-app/snap/code/226/usr/share/code/resources/app/out/vs/code/electron-browser/workbench/workbench.html" TargetMode="External"/><Relationship Id="rId2" Type="http://schemas.openxmlformats.org/officeDocument/2006/relationships/hyperlink" Target="vscode-file://vscode-app/snap/code/226/usr/share/code/resources/app/out/vs/code/electron-browser/workbench/workbench.html" TargetMode="External"/><Relationship Id="rId3" Type="http://schemas.openxmlformats.org/officeDocument/2006/relationships/hyperlink" Target="vscode-file://vscode-app/snap/code/226/usr/share/code/resources/app/out/vs/code/electron-browser/workbench/workbench.html" TargetMode="External"/><Relationship Id="rId4" Type="http://schemas.openxmlformats.org/officeDocument/2006/relationships/hyperlink" Target="vscode-file://vscode-app/snap/code/226/usr/share/code/resources/app/out/vs/code/electron-browser/workbench/workbench.html" TargetMode="External"/><Relationship Id="rId5" Type="http://schemas.openxmlformats.org/officeDocument/2006/relationships/slideLayout" Target="../slideLayouts/slideLayout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3960"/>
            <a:ext cx="822852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Analytics &amp; AI (with Bayo)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Winter 2025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456840" y="2491200"/>
            <a:ext cx="8228520" cy="2742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960"/>
            <a:ext cx="822852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Hi, I am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Helen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(DA21051).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457560" y="1142280"/>
            <a:ext cx="8228520" cy="58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 love collecting and keeping track of data, including personal data. I train in multiple sports and end up with a lot of information about my workouts and performance. I want to make sense of all this data so I can use it to improve how I train.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 project is Step 1 of a larger personal project: building an agent that can combine multiple data sources and help me make better decisions to enhance my performance.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429360" y="913680"/>
            <a:ext cx="4570920" cy="504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 this capstone project, I use a dataset of CrossFit workouts. I clean and analyze the data, and then set up an agent through Claude so I can chat with the data and ask questions like: “Am I overtraining?”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"/>
          <p:cNvPicPr/>
          <p:nvPr/>
        </p:nvPicPr>
        <p:blipFill>
          <a:blip r:embed="rId1"/>
          <a:stretch/>
        </p:blipFill>
        <p:spPr>
          <a:xfrm>
            <a:off x="529560" y="1189440"/>
            <a:ext cx="2670120" cy="4524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960"/>
            <a:ext cx="822852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project’s big picture: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457200" y="1370880"/>
            <a:ext cx="8228520" cy="475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DATA LAYER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└─ workouts.csv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└─ loader.py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└─ cleaned DataFrame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ANALYSIS LAYER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└─ DataFrame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└─ attendance.py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              └─ sentiment.py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              └─ performance.py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              └─ ml_models.py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AGENT LAYER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└─ tools.py   (wraps analysis functions as Claude tools)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└─ agent.py   (Claude tool-use loop)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└─ app.py     (Streamlit web interface the user talks to)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960"/>
            <a:ext cx="822852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LAYER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└─ workouts.csv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457200" y="1334520"/>
            <a:ext cx="8228520" cy="505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SugarWOD CSV has one row per workout session.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important columns are: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date — when the workout happened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— workout name (e.g. "Fran", "Back Squat")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description — the full workout description (contains prescribed weights like "135/95 lbs")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best_result_raw — the raw numeric score (a weight, a rep count, a time in seconds, or an AMRAP decimal)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best_result_display — how the score looks to a human (e.g. "7+14")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score_type — what kind of score it is: "Load", "Reps", "Rounds + Reps", "Time", etc.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barbell_lift — if it's a lift, the lift name (e.g. "Back Squat")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—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my personal notes about how the session felt or what scaled option I did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rx_or_scaled — whether I did it "RX" (as prescribed) or "SCALED"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 — "PR" if I set a personal record, blank otherwise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731160"/>
            <a:ext cx="8228520" cy="15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DATA LAYER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  └─ workouts.csv  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└─ loader.py 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└─ cleaned DataFrame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457200" y="1601280"/>
            <a:ext cx="82285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Loading and Cleaning the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foundation of the whole project. It reads the raw SugarWOD export (a CSV file) and transforms it into a clean, structured table that every other module can use reliably. It runs once at startup and caches the result.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Reads data/workouts.csv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Cleans + normalizes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Returns a DataFrame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456480"/>
            <a:ext cx="8228520" cy="63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Loads the SugarWOD CSV using pandas.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Parses and standardizes the date (converts date column into real datetimes)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Sorts by date and resets index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Fills missing values (with safe defaults, for example, with an empty string when “notes” were blank)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Adds derived columns (for example: is_pr (True if pr == 'PR'))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Parses scores based on score_type: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Load → score_load (numeric weight)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Reps/Calories/Feet/Meters → score_reps (numeric count)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Time → score_seconds (numeric seconds)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Rounds + Reps → splits into: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score_amrap_rounds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score_amrap_reps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 a clean DataFrame ready for all analysis tools and the UI.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560" y="456480"/>
            <a:ext cx="8228520" cy="186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343080"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ANALYSIS LAYER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└─ DataFrame  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     └─ attendance.py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           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 └─ sentiment.py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           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 └─ performance.py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           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 └─ ml_models.py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599480"/>
            <a:ext cx="82285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attendance.py — consistency &amp; rest gaps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sentiment.py — mood from notes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performance.py — PRs, RX rate, strength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ml_models.py — clustering, anomalies, forecasts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960"/>
            <a:ext cx="822852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attendance.py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457200" y="1537560"/>
            <a:ext cx="8228520" cy="465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1) Monthly workout volume (monthly_chart)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Groups workouts by month, counts sessions per month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Builds a bar chart showing sessions per month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Highlights: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 month (green)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Worst month (red)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Average line (amber)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Annotates large gaps in training (&gt;= 30 days) on the chart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 (matplotlib figure)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summary dict: best/worst month + counts + average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/>
          </p:nvPr>
        </p:nvSpPr>
        <p:spPr>
          <a:xfrm>
            <a:off x="457200" y="914400"/>
            <a:ext cx="8228520" cy="571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 fontScale="92500" lnSpcReduction="9999"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2) Weekly trend (weekly_trend)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Groups workouts by week, counts sessions per week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Calculates a 4-week rolling average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Creates a line chart + shaded area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Adds same gap annotation overlays (&gt;= 30 days)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Returns fig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3) Day-of-week patterns (day_of_week)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Computes session frequency per weekday (Mon–Sun)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Computes RX rate (%) per weekday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Returns a figure with: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Left: bar chart of total sessions per weekday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Right: bar chart of RX % per weekday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/>
          </p:nvPr>
        </p:nvSpPr>
        <p:spPr>
          <a:xfrm>
            <a:off x="228600" y="0"/>
            <a:ext cx="8686080" cy="662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4) Gap detection (detect_gaps)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Finds multi-day breaks in training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Default threshold: &gt; 7 days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Returns a list of {start, days} for each gap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5) Annotating gaps on plots (_annotate_gaps)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 gaps longer than 30 days, it: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Shades the gap region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Places a small “X d gap” label on the plot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6) Summary output for the agent (summary)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Combines: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Monthly stats from monthly_chart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Total sessions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List of gaps &gt; 7 days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Date range of the dataset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Returns a dict the agent can reference for quick answers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3960"/>
            <a:ext cx="822852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sentiment.py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57200" y="671040"/>
            <a:ext cx="8228520" cy="66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1) Sentiment scoring (per workout note)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Defines positive words (e.g., “fun”, “strong”, “proud”, “amazing”)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Defines negative words (e.g., “hard”, “tired”, “sore”, “failed”)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1"/>
              </a:rPr>
              <a:t>score_sentiment(text)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Converts the note to lowercase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Counts how many positive vs negative words appear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 a score from -1 (very negative) to +1 (very positive)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 None if no sentiment words are found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960"/>
            <a:ext cx="8228520" cy="52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2) Enriching the dataset (</a:t>
            </a:r>
            <a:r>
              <a:rPr lang="en-US" sz="12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1"/>
              </a:rPr>
              <a:t>enrich(df)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Adds three new columns to the DataFrame: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2"/>
              </a:rPr>
              <a:t>sentiment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the numeric sentiment score (-1..+1 or None)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pos_hits: list of positive words found in the note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neg_hits: list of negative words found in the note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ubTitle"/>
          </p:nvPr>
        </p:nvSpPr>
        <p:spPr>
          <a:xfrm>
            <a:off x="457200" y="873720"/>
            <a:ext cx="8228520" cy="52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3) Charts / visualizations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a) Sentiment over time (</a:t>
            </a:r>
            <a:r>
              <a:rPr lang="en-US" sz="12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1"/>
              </a:rPr>
              <a:t>sentiment_over_time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Groups data by month and averages sentiment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Plots: bar chart (positive months green, negative months red) &amp; 3-month rolling trend line (purple)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b) Word frequency (</a:t>
            </a:r>
            <a:r>
              <a:rPr lang="en-US" sz="12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2"/>
              </a:rPr>
              <a:t>word_frequency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Finds the most common positive and negative words across notes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Plots two bar charts: Top positive words used &amp; Top negative words used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c) Sentiment vs performance (</a:t>
            </a:r>
            <a:r>
              <a:rPr lang="en-US" sz="12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3"/>
              </a:rPr>
              <a:t>sentiment_vs_performance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Compares average monthly sentiment to RX rate (percent of workouts done RX)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Plots: Sentiment bars (purple) &amp; RX rate line (green)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 the correlation coefficient between sentiment and RX rate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ubTitle"/>
          </p:nvPr>
        </p:nvSpPr>
        <p:spPr>
          <a:xfrm>
            <a:off x="457200" y="273960"/>
            <a:ext cx="8228520" cy="52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4) Summary for the agent (</a:t>
            </a:r>
            <a:r>
              <a:rPr lang="en-US" sz="22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1"/>
              </a:rPr>
              <a:t>summary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 a dictionary with: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Number of notes that had sentiment signal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Average sentiment score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Sentiment vs RX correlation (r value)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 3 most positive sessions (date/title/score)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 3 most negative sessions (date/title/score)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3960"/>
            <a:ext cx="822852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performance.py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457200" y="1599480"/>
            <a:ext cx="82285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1) RX rate over time (</a:t>
            </a:r>
            <a:r>
              <a:rPr lang="en-US" sz="20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1"/>
              </a:rPr>
              <a:t>rx_rate_over_time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Computes % of sessions done RX each month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Plots monthly RX % with a 3-month trend line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Marks training gaps (using the same gap shading logic from attendance)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Shows a 50% reference line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ubTitle"/>
          </p:nvPr>
        </p:nvSpPr>
        <p:spPr>
          <a:xfrm>
            <a:off x="457200" y="591840"/>
            <a:ext cx="8228520" cy="548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2) Strength progression by lift (</a:t>
            </a:r>
            <a:r>
              <a:rPr lang="en-US" sz="22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1"/>
              </a:rPr>
              <a:t>strength_progression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Filters sessions where score_type == 'Load' and barbell_lift is defined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Picks the top 6 most frequent lifts (deadlift, front and back squat, clean &amp; jerk, snatch and power snatch)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each lift: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Plots the weight logged over time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Marks PR sessions with a star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Plots a running best (cummax) line (“best ever”)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Produces a 2×3 grid of lift progression charts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57200" y="456480"/>
            <a:ext cx="8228520" cy="659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3) Lift correlation heatmap (</a:t>
            </a: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1"/>
              </a:rPr>
              <a:t>lift_correlation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Creates a pivot table of max weight per lift per date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Calculates the correlation matrix between all lifts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Displays as a heatmap (which lifts tend to improve together)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4) Scaling ratio vs RX (uses Claude for weights) (</a:t>
            </a: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2"/>
              </a:rPr>
              <a:t>scaling_ratio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Focuses on sessions labeled SCALED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Parses the prescribed RX weight from the workout description (e.g., “95/115 lbs”)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Uses Claude Haiku to extract the actual working weight from notes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Builds a “ratio” = actual weight / prescribed RX weight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Plots those ratios over time and fits a trend line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 stats like average ratio and trend slope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ubTitle"/>
          </p:nvPr>
        </p:nvSpPr>
        <p:spPr>
          <a:xfrm>
            <a:off x="457200" y="227880"/>
            <a:ext cx="8228520" cy="617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5) PR timeline (</a:t>
            </a: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1"/>
              </a:rPr>
              <a:t>pr_timeline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Finds workouts marked as PR (is_pr)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Plots them on a time axis as stars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Annotates each dot with the workout title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6) Summary for the agent (</a:t>
            </a: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2"/>
              </a:rPr>
              <a:t>summary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 a dict used by the chat agent with: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Total PR count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Total RX sessions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Total scaled sessions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RX rate percentage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Scaling ratio statistics (from </a:t>
            </a: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3"/>
              </a:rPr>
              <a:t>scaling_ratio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3960"/>
            <a:ext cx="822852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ml_models.py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457560" y="873720"/>
            <a:ext cx="8228520" cy="52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file adds three machine learning features to my workout data: 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workout archetype clustering, 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anomaly detection, and 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 forecasting.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ubTitle"/>
          </p:nvPr>
        </p:nvSpPr>
        <p:spPr>
          <a:xfrm>
            <a:off x="457200" y="501120"/>
            <a:ext cx="8228520" cy="636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1) KMeans clustering of workouts (</a:t>
            </a: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1"/>
              </a:rPr>
              <a:t>cluster_workouts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Builds binary/boolean features for each session: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RX? PR? Strength? Timed? AMRAP? Barbell? Sentiment score?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Standardizes these features and runs KMeans (k=</a:t>
            </a:r>
            <a:r>
              <a:rPr lang="en-US" sz="1400" b="1" u="none" strike="noStrike">
                <a:solidFill>
                  <a:srgbClr val="492300"/>
                </a:solidFill>
                <a:effectLst/>
                <a:uFillTx/>
                <a:latin typeface="Arial"/>
              </a:rPr>
              <a:t>4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 to cluster sessions.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Labels each cluster with a human-friendly name like: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“Strength / Lifting”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“AMRAP Metcon”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“Timed Metcon”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“Accessory / Mixed”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DataFrame with a </a:t>
            </a:r>
            <a:r>
              <a:rPr lang="en-US" sz="14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2"/>
              </a:rPr>
              <a:t>cluster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and cluster_name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profile summary per cluster (rates, counts)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bar chart of “workout archetypes” frequency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ubTitle"/>
          </p:nvPr>
        </p:nvSpPr>
        <p:spPr>
          <a:xfrm>
            <a:off x="457200" y="273960"/>
            <a:ext cx="8228520" cy="52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2) Anomaly detection on strength sessions (</a:t>
            </a: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1"/>
              </a:rPr>
              <a:t>detect_anomalies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Filters to strength sessions (load + barbell lift)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Uses IsolationForest to flag unusual strength sessions based 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weight lifted (load)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day of week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days since last session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list of anomalous sessions (date/title/load/lift)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scatter chart of normal vs anomaly points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ubTitle"/>
          </p:nvPr>
        </p:nvSpPr>
        <p:spPr>
          <a:xfrm>
            <a:off x="457560" y="138240"/>
            <a:ext cx="8228520" cy="690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3) PR forecasting with regression (</a:t>
            </a: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1"/>
              </a:rPr>
              <a:t>forecast_prs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ideas: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Works per score type: Load (lbs),  Rounds + Reps,  Reps, and  Time.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each top lift/title: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Turns performance into a numeric “score”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Tracks a running best (PR curve)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Detects current training block (improving vs plateau; plateau if ≥6 sessions without improvement)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Fits a recency‑weighted linear regression on that block (180‑day half‑life)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Projects forward 90 days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Estimates days until the next PR from the forecast curve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Output: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Forecast stats per lift (e.g., next PR in X days, current best, projected best)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 showing actual scores + running best + forecast trend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ubTitle"/>
          </p:nvPr>
        </p:nvSpPr>
        <p:spPr>
          <a:xfrm>
            <a:off x="228960" y="466200"/>
            <a:ext cx="8228520" cy="689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4) Utilities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Arial"/>
                <a:hlinkClick r:id="rId1"/>
              </a:rPr>
              <a:t>_build_features()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helps generate the binary flags used in clustering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Arial"/>
                <a:hlinkClick r:id="rId2"/>
              </a:rPr>
              <a:t>_detect_block_start()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identifies the start of the current improvement/plateau block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Arial"/>
                <a:hlinkClick r:id="rId3"/>
              </a:rPr>
              <a:t>_FORECAST_CFG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defines how different score types are interpreted: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Pick the correct numeric column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Group workouts the right 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know if improvement means “higher” or “lower”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charts/labels correctly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decide what counts as a meaningful PR change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(this is a small configuration dictionary that tells the PR-forecast logic how to interpret each type of workout score, for example: whether higher is better (</a:t>
            </a:r>
            <a:r>
              <a:rPr lang="en-US" sz="1400" b="0" u="none" strike="noStrike">
                <a:solidFill>
                  <a:srgbClr val="0000ff"/>
                </a:solidFill>
                <a:effectLst/>
                <a:uFillTx/>
                <a:latin typeface="Arial"/>
                <a:hlinkClick r:id="rId4"/>
              </a:rPr>
              <a:t>higher_is_better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): True for Load/Reps/Rounds+Reps (more is better), and False for Time (lower is better))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"/>
          <p:cNvPicPr/>
          <p:nvPr/>
        </p:nvPicPr>
        <p:blipFill>
          <a:blip r:embed="rId1"/>
          <a:stretch/>
        </p:blipFill>
        <p:spPr>
          <a:xfrm rot="7800">
            <a:off x="1606680" y="463320"/>
            <a:ext cx="5929560" cy="570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23200"/>
            <a:ext cx="8228520" cy="12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AGENT LAYER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└─ tools.py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└─ agent.py 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└─ app.py  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ubTitle"/>
          </p:nvPr>
        </p:nvSpPr>
        <p:spPr>
          <a:xfrm>
            <a:off x="457200" y="1354320"/>
            <a:ext cx="8228520" cy="50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tools.py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Wraps analysis functions into callable tools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Used by the agent to run analytics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agent.py: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Claude agent loop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Chooses tools, runs them, returns answers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App.py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Streamlit chat UI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Displays charts + responses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.env (secret)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Contains ANTHROPIC_API_KEY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Not commited to GitHub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CAPABILITIES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Analyze workout history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Ask questions in natural language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See charts + insights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LET’S SEE HOW IT LOOKS LIKE: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/>
          <p:cNvPicPr/>
          <p:nvPr/>
        </p:nvPicPr>
        <p:blipFill>
          <a:blip r:embed="rId1"/>
          <a:stretch/>
        </p:blipFill>
        <p:spPr>
          <a:xfrm>
            <a:off x="262800" y="685800"/>
            <a:ext cx="8651880" cy="543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3960"/>
            <a:ext cx="822852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Another relevant files: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subTitle"/>
          </p:nvPr>
        </p:nvSpPr>
        <p:spPr>
          <a:xfrm>
            <a:off x="457200" y="1599480"/>
            <a:ext cx="82285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capstone_written_responses.docx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agent_walkthrough.docx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project_plan_skillsforhire.docx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updated_summary.docx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73960"/>
            <a:ext cx="822852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Thank you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Application>LibreOffice/25.8.5.2$Linux_X86_64 LibreOffice_project/252c20f6956e3db0b52e6e2f9dda67263513c8fc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2026-03-13T15:50:04Z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